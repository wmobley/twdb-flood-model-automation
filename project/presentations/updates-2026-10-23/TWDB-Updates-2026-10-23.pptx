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9ce9d8824e4e78" /><Relationship Type="http://schemas.openxmlformats.org/officeDocument/2006/relationships/extended-properties" Target="/docProps/app.xml" Id="R9498678f9bf04181" /><Relationship Type="http://schemas.openxmlformats.org/officeDocument/2006/relationships/officeDocument" Target="/ppt/presentation.xml" Id="R85ff5e4c242344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3ab981f6d437c"/>
  </p:sldMasterIdLst>
  <p:notesMasterIdLst>
    <p:notesMasterId xmlns:r="http://schemas.openxmlformats.org/officeDocument/2006/relationships" r:id="R61c4b852fb9244b6"/>
  </p:notesMasterIdLst>
  <p:sldIdLst>
    <p:sldId xmlns:r="http://schemas.openxmlformats.org/officeDocument/2006/relationships" id="256" r:id="Rbb0be033950c48c5"/>
    <p:sldId xmlns:r="http://schemas.openxmlformats.org/officeDocument/2006/relationships" id="257" r:id="Rc08c01ad37eb450b"/>
    <p:sldId xmlns:r="http://schemas.openxmlformats.org/officeDocument/2006/relationships" id="258" r:id="R8f59c76004db448f"/>
    <p:sldId xmlns:r="http://schemas.openxmlformats.org/officeDocument/2006/relationships" id="259" r:id="R661f357ee7f1434b"/>
    <p:sldId xmlns:r="http://schemas.openxmlformats.org/officeDocument/2006/relationships" id="260" r:id="R790ef88c7e1a4a55"/>
    <p:sldId xmlns:r="http://schemas.openxmlformats.org/officeDocument/2006/relationships" id="261" r:id="R38f6625c0775412a"/>
    <p:sldId xmlns:r="http://schemas.openxmlformats.org/officeDocument/2006/relationships" id="262" r:id="R42b3f6346f4643e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c0bb9722474b9f" /><Relationship Type="http://schemas.openxmlformats.org/officeDocument/2006/relationships/slideMaster" Target="/ppt/slideMasters/slideMaster1.xml" Id="Redb3ab981f6d437c" /><Relationship Type="http://schemas.openxmlformats.org/officeDocument/2006/relationships/notesMaster" Target="/ppt/notesMasters/notesMaster1.xml" Id="R61c4b852fb9244b6" /><Relationship Type="http://schemas.openxmlformats.org/officeDocument/2006/relationships/presProps" Target="/ppt/presProps.xml" Id="Re626c4e9259e49df" /><Relationship Type="http://schemas.openxmlformats.org/officeDocument/2006/relationships/viewProps" Target="/ppt/viewProps.xml" Id="Rdd864fc67ce74eb7" /><Relationship Type="http://schemas.openxmlformats.org/officeDocument/2006/relationships/tableStyles" Target="/ppt/tableStyles.xml" Id="Rf67d0f33b8e64d09" /><Relationship Type="http://schemas.openxmlformats.org/officeDocument/2006/relationships/slide" Target="/ppt/slides/slide1.xml" Id="Rbb0be033950c48c5" /><Relationship Type="http://schemas.openxmlformats.org/officeDocument/2006/relationships/slide" Target="/ppt/slides/slide2.xml" Id="Rc08c01ad37eb450b" /><Relationship Type="http://schemas.openxmlformats.org/officeDocument/2006/relationships/slide" Target="/ppt/slides/slide3.xml" Id="R8f59c76004db448f" /><Relationship Type="http://schemas.openxmlformats.org/officeDocument/2006/relationships/slide" Target="/ppt/slides/slide4.xml" Id="R661f357ee7f1434b" /><Relationship Type="http://schemas.openxmlformats.org/officeDocument/2006/relationships/slide" Target="/ppt/slides/slide5.xml" Id="R790ef88c7e1a4a55" /><Relationship Type="http://schemas.openxmlformats.org/officeDocument/2006/relationships/slide" Target="/ppt/slides/slide6.xml" Id="R38f6625c0775412a" /><Relationship Type="http://schemas.openxmlformats.org/officeDocument/2006/relationships/slide" Target="/ppt/slides/slide7.xml" Id="R42b3f6346f4643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61876cfdd40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6b1f929bdf4232" /><Relationship Type="http://schemas.openxmlformats.org/officeDocument/2006/relationships/notesMaster" Target="/ppt/notesMasters/notesMaster1.xml" Id="Rdd1607070b5e4a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4878216124031" /><Relationship Type="http://schemas.openxmlformats.org/officeDocument/2006/relationships/notesMaster" Target="/ppt/notesMasters/notesMaster1.xml" Id="Rb5455b48fb254e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f13744625f47ed" /><Relationship Type="http://schemas.openxmlformats.org/officeDocument/2006/relationships/notesMaster" Target="/ppt/notesMasters/notesMaster1.xml" Id="R7556c3e2c29c40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82d9f313294d4a" /><Relationship Type="http://schemas.openxmlformats.org/officeDocument/2006/relationships/notesMaster" Target="/ppt/notesMasters/notesMaster1.xml" Id="R121097634e434a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b25a65afe34225" /><Relationship Type="http://schemas.openxmlformats.org/officeDocument/2006/relationships/notesMaster" Target="/ppt/notesMasters/notesMaster1.xml" Id="R157c51d9add042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7dbd279e554cc4" /><Relationship Type="http://schemas.openxmlformats.org/officeDocument/2006/relationships/notesMaster" Target="/ppt/notesMasters/notesMaster1.xml" Id="R283b19fa8ef649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b906b3541b4813" /><Relationship Type="http://schemas.openxmlformats.org/officeDocument/2006/relationships/notesMaster" Target="/ppt/notesMasters/notesMaster1.xml" Id="R250885fc95da47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 based on user-supplied meeting notes, October 23, 2026. Original context: Kickoff-10-8.pptx, slide 8. Promised materials are not represented as received. Friday at 3 p.m. has no confirmed frequency or time zone. February and April are described as major periods without assuming whether these mean workload or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Kickoff-10-8.pptx, slide 8 (original questions); user meeting notes supplied October 23, 2026 (answers). Follow-up questions are proposed for discussion. No delivery dates, recipients, or approvals have been assumed.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Kickoff-10-8.pptx, slide 8 (original questions); user meeting notes supplied October 23, 2026 (answers). Follow-up questions are proposed for discussion. No delivery dates, recipients, or approvals have been assumed.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Kickoff-10-8.pptx, slide 8 (original questions); user meeting notes supplied October 23, 2026 (answers). The meaning of Melissa’s major periods and the scope of 11 people need confirmation. Follow-up questions are proposed for discussion. No delivery dates, recipients, or approvals have been assumed.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Kickoff-10-8.pptx, slide 8 (original questions); user meeting notes supplied October 23, 2026 (answers). Follow-up questions are proposed for discussion. No delivery dates, recipients, or approvals have been assumed.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Kickoff-10-8.pptx, slide 8 (original questions); user meeting notes supplied October 23, 2026 (answers). Follow-up questions are proposed for discussion. No delivery dates, recipients, or approvals have been assumed.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Kickoff-10-8.pptx, slide 8 (original questions); user meeting notes supplied October 23, 2026 (answers). Follow-up questions are proposed for discussion. No delivery dates, recipients, or approvals have been assumed.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7505c965834d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8c4bf60d674c65" /><Relationship Type="http://schemas.openxmlformats.org/officeDocument/2006/relationships/slideLayout" Target="/ppt/slideLayouts/slideLayout1.xml" Id="R2f061d2f0d99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061d2f0d99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4017ff69a410c" /><Relationship Type="http://schemas.openxmlformats.org/officeDocument/2006/relationships/notesSlide" Target="/ppt/notesSlides/notesSlide1.xml" Id="R245da4fd57034b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4361f698f42c4" /><Relationship Type="http://schemas.openxmlformats.org/officeDocument/2006/relationships/notesSlide" Target="/ppt/notesSlides/notesSlide2.xml" Id="Rebc57ef7060240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1dad8d4584e8b" /><Relationship Type="http://schemas.openxmlformats.org/officeDocument/2006/relationships/notesSlide" Target="/ppt/notesSlides/notesSlide3.xml" Id="R1bfecb7c682e46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4a907dbf74e52" /><Relationship Type="http://schemas.openxmlformats.org/officeDocument/2006/relationships/notesSlide" Target="/ppt/notesSlides/notesSlide4.xml" Id="R8a8dd8eef13e4f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558b70ab4439a" /><Relationship Type="http://schemas.openxmlformats.org/officeDocument/2006/relationships/notesSlide" Target="/ppt/notesSlides/notesSlide5.xml" Id="Re8932198d2d848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834d229d74afb" /><Relationship Type="http://schemas.openxmlformats.org/officeDocument/2006/relationships/notesSlide" Target="/ppt/notesSlides/notesSlide6.xml" Id="R55c372d06ec349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3df0dbebd4457" /><Relationship Type="http://schemas.openxmlformats.org/officeDocument/2006/relationships/notesSlide" Target="/ppt/notesSlides/notesSlide7.xml" Id="R2af3180af98346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4F6E885-56F6-46AA-9AB1-35B2A5F1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251E9A3-E584-4725-914A-2FFF605F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2192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43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FF9E04-7EB4-4E41-8765-7A321FD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81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4050"/>
            </a:defPPr>
            <a:lvl1pPr>
              <a:defRPr sz="4050"/>
            </a:lvl1pPr>
            <a:lvl2pPr>
              <a:defRPr sz="4050"/>
            </a:lvl2pPr>
            <a:lvl3pPr>
              <a:defRPr sz="4050"/>
            </a:lvl3pPr>
            <a:lvl4pPr>
              <a:defRPr sz="4050"/>
            </a:lvl4pPr>
            <a:lvl5pPr>
              <a:defRPr sz="4050"/>
            </a:lvl5pPr>
            <a:lvl6pPr>
              <a:defRPr sz="4050"/>
            </a:lvl6pPr>
            <a:lvl7pPr>
              <a:defRPr sz="4050"/>
            </a:lvl7pPr>
            <a:lvl8pPr>
              <a:defRPr sz="4050"/>
            </a:lvl8pPr>
            <a:lvl9pPr>
              <a:defRPr sz="4050"/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HEC-RAS ETL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 UPDATE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1903466-4606-4ABE-90A0-F255AC5F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80"/>
          </a:bodyPr>
          <a:lstStyle xmlns:a="http://schemas.openxmlformats.org/drawingml/2006/main">
            <a:defPPr>
              <a:defRPr sz="1950"/>
            </a:defPPr>
            <a:lvl1pPr>
              <a:defRPr sz="1950"/>
            </a:lvl1pPr>
            <a:lvl2pPr>
              <a:defRPr sz="1950"/>
            </a:lvl2pPr>
            <a:lvl3pPr>
              <a:defRPr sz="1950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Kickoff answers and refined questions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for the first representative pipeline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8917E05-F2C1-4D53-9B3A-EED15EAD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/>
            </a:defPPr>
            <a:lvl1pPr>
              <a:defRPr sz="1125"/>
            </a:lvl1pPr>
            <a:lvl2pPr>
              <a:defRPr sz="1125"/>
            </a:lvl2pPr>
            <a:lvl3pPr>
              <a:defRPr sz="1125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0A9C7"/>
                </a:solidFill>
                <a:latin typeface="Aptos"/>
                <a:ea typeface="Aptos"/>
                <a:cs typeface="Aptos"/>
              </a:rPr>
              <a:t>Follow-up discussion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C0ADF3E-4033-4261-9001-0B75015A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912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00"/>
            </a:defPPr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October 23, 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57774FA-CEE0-4388-BD63-424687FB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62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AF2"/>
                </a:solidFill>
                <a:latin typeface="Aptos"/>
                <a:ea typeface="Aptos"/>
                <a:cs typeface="Aptos"/>
              </a:rPr>
              <a:t>DYNAMO + TWDB co-design</a:t>
            </a:r>
          </a:p>
        </p:txBody>
      </p:sp>
    </p:spTree>
    <p:extLst>
      <p:ext uri="{BB962C8B-B14F-4D97-AF65-F5344CB8AC3E}">
        <p14:creationId xmlns:p14="http://schemas.microsoft.com/office/powerpoint/2010/main" val="177330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EB8BD3-74C2-40ED-907A-48C2495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A588FD-1D42-492E-A28B-3D4F587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Updates since kickoff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955B7F-4595-4F90-A908-E01A8BC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D8EAF2"/>
                </a:solidFill>
                <a:latin typeface="Aptos"/>
                <a:ea typeface="Aptos"/>
                <a:cs typeface="Aptos"/>
              </a:rPr>
              <a:t>Answers received and the follow-up decisions still needed.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DF41DE2-B956-4620-9BB9-2D8A13C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E6F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615030-2E10-453F-8F0E-BBB4171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0A9C7"/>
                </a:solidFill>
                <a:latin typeface="Aptos"/>
                <a:ea typeface="Aptos"/>
                <a:cs typeface="Aptos"/>
              </a:rPr>
              <a:t>01  DOCUMENTATION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C1DBE1-2BD7-4E60-93F7-219CC992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Shorter PDF and video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7F409AD-DC2A-4CB6-8D8C-33BFF145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Request received: shorten both formats. Shared location, authoritative version, and target length remain open.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243F3E-D6D7-45AB-BB1F-07CD9D15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FA4DD18-46AA-4B85-A328-3031B2E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4BDC1"/>
                </a:solidFill>
                <a:latin typeface="Aptos"/>
                <a:ea typeface="Aptos"/>
                <a:cs typeface="Aptos"/>
              </a:rPr>
              <a:t>02  WORKING CADENCE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EF1EAF-E6E8-4BB5-B777-6B99651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 people; Friday at 3 p.m.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47A8CB-7DC3-4A57-B413-6DD376C0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Melissa: February and April are major periods. Chris: intermittent availability. Attendees and frequency remain open.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F93A9FE-B3B3-405C-80B9-7B67148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3A9D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479AA-92BD-45F8-A455-105440DA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3C49E"/>
                </a:solidFill>
                <a:latin typeface="Aptos"/>
                <a:ea typeface="Aptos"/>
                <a:cs typeface="Aptos"/>
              </a:rPr>
              <a:t>03  VALIDATION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872E9-E44F-45CF-AC96-DE8F108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Rubrics to be provided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10B3EEF-BD03-4520-AF0A-B89914F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The team will supply model validation rubrics. First review artifact and acceptance criteria remain open.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C1D1A69-9199-48B8-A75F-176EB777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63EA8E-719C-401F-843A-DA93CAA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B44F"/>
                </a:solidFill>
                <a:latin typeface="Aptos"/>
                <a:ea typeface="Aptos"/>
                <a:cs typeface="Aptos"/>
              </a:rPr>
              <a:t>04  MODEL ARCHIVES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3EF06B-8FBF-4AF3-98FF-C5074C7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Two models with outputs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73F2080-4886-40C6-8DFB-E152FEE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The team will supply two models and their outputs. Model selection, versions, limitations, and delivery date remain open.</a:t>
            </a:r>
          </a:p>
        </p:txBody>
      </p:sp>
    </p:spTree>
    <p:extLst>
      <p:ext uri="{BB962C8B-B14F-4D97-AF65-F5344CB8AC3E}">
        <p14:creationId xmlns:p14="http://schemas.microsoft.com/office/powerpoint/2010/main" val="1835973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EB8BD3-74C2-40ED-907A-48C2495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A588FD-1D42-492E-A28B-3D4F587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Documentation and shorter materials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955B7F-4595-4F90-A908-E01A8BC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D8EAF2"/>
                </a:solidFill>
                <a:latin typeface="Aptos"/>
                <a:ea typeface="Aptos"/>
                <a:cs typeface="Aptos"/>
              </a:rPr>
              <a:t>Kickoff question: Where are the current materials, and which version is authoritative?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DF41DE2-B956-4620-9BB9-2D8A13C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E6F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615030-2E10-453F-8F0E-BBB4171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0A9C7"/>
                </a:solidFill>
                <a:latin typeface="Aptos"/>
                <a:ea typeface="Aptos"/>
                <a:cs typeface="Aptos"/>
              </a:rPr>
              <a:t>ANSWER RECEIVED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C1DBE1-2BD7-4E60-93F7-219CC992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Shorter PDF and video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7F409AD-DC2A-4CB6-8D8C-33BFF145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Both formats should be shorter. The notes do not yet specify the target length or what to retain.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243F3E-D6D7-45AB-BB1F-07CD9D15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FA4DD18-46AA-4B85-A328-3031B2E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4BDC1"/>
                </a:solidFill>
                <a:latin typeface="Aptos"/>
                <a:ea typeface="Aptos"/>
                <a:cs typeface="Aptos"/>
              </a:rPr>
              <a:t>REFINED QUESTION 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EF1EAF-E6E8-4BB5-B777-6B99651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location and version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47A8CB-7DC3-4A57-B413-6DD376C0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Where should the team access the PDF, video, and workflow documentation? Who maintains the authoritative version?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F93A9FE-B3B3-405C-80B9-7B67148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3A9D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479AA-92BD-45F8-A455-105440DA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3C49E"/>
                </a:solidFill>
                <a:latin typeface="Aptos"/>
                <a:ea typeface="Aptos"/>
                <a:cs typeface="Aptos"/>
              </a:rPr>
              <a:t>REFINED QUESTION 2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872E9-E44F-45CF-AC96-DE8F108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Length and essential content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10B3EEF-BD03-4520-AF0A-B89914F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What page count and video duration should we target? Which steps or examples must remain?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C1D1A69-9199-48B8-A75F-176EB777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63EA8E-719C-401F-843A-DA93CAA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B44F"/>
                </a:solidFill>
                <a:latin typeface="Aptos"/>
                <a:ea typeface="Aptos"/>
                <a:cs typeface="Aptos"/>
              </a:rPr>
              <a:t>REFINED QUESTION 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3EF06B-8FBF-4AF3-98FF-C5074C7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and approval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73F2080-4886-40C6-8DFB-E152FEE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Who reviews the shortened materials, and when should the revised versions be ready?</a:t>
            </a:r>
          </a:p>
        </p:txBody>
      </p:sp>
    </p:spTree>
    <p:extLst>
      <p:ext uri="{BB962C8B-B14F-4D97-AF65-F5344CB8AC3E}">
        <p14:creationId xmlns:p14="http://schemas.microsoft.com/office/powerpoint/2010/main" val="1835973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EB8BD3-74C2-40ED-907A-48C2495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A588FD-1D42-492E-A28B-3D4F587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Working sessions and team availability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955B7F-4595-4F90-A908-E01A8BC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D8EAF2"/>
                </a:solidFill>
                <a:latin typeface="Aptos"/>
                <a:ea typeface="Aptos"/>
                <a:cs typeface="Aptos"/>
              </a:rPr>
              <a:t>Kickoff question: Who attends, how often do we meet, and what must each session decide?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DF41DE2-B956-4620-9BB9-2D8A13C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E6F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615030-2E10-453F-8F0E-BBB4171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0A9C7"/>
                </a:solidFill>
                <a:latin typeface="Aptos"/>
                <a:ea typeface="Aptos"/>
                <a:cs typeface="Aptos"/>
              </a:rPr>
              <a:t>ANSWER RECEIVED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C1DBE1-2BD7-4E60-93F7-219CC992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size and timing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7F409AD-DC2A-4CB6-8D8C-33BFF145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11 people. Friday at 3 p.m. noted. Melissa: major periods in February and April. Chris: intermittent availability.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243F3E-D6D7-45AB-BB1F-07CD9D15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FA4DD18-46AA-4B85-A328-3031B2E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4BDC1"/>
                </a:solidFill>
                <a:latin typeface="Aptos"/>
                <a:ea typeface="Aptos"/>
                <a:cs typeface="Aptos"/>
              </a:rPr>
              <a:t>REFINED QUESTION 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EF1EAF-E6E8-4BB5-B777-6B99651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working group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47A8CB-7DC3-4A57-B413-6DD376C0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Which of the 11 people should attend each session? Who joins only for model, validation, or reporting decisions?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F93A9FE-B3B3-405C-80B9-7B67148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3A9D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479AA-92BD-45F8-A455-105440DA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3C49E"/>
                </a:solidFill>
                <a:latin typeface="Aptos"/>
                <a:ea typeface="Aptos"/>
                <a:cs typeface="Aptos"/>
              </a:rPr>
              <a:t>REFINED QUESTION 2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872E9-E44F-45CF-AC96-DE8F108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Meeting schedule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10B3EEF-BD03-4520-AF0A-B89914F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Does Friday at 3 p.m. work for the recurring sessions? Which time zone, meeting frequency, and duration?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C1D1A69-9199-48B8-A75F-176EB777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63EA8E-719C-401F-843A-DA93CAA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B44F"/>
                </a:solidFill>
                <a:latin typeface="Aptos"/>
                <a:ea typeface="Aptos"/>
                <a:cs typeface="Aptos"/>
              </a:rPr>
              <a:t>REFINED QUESTION 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3EF06B-8FBF-4AF3-98FF-C5074C7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Availability and decisions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73F2080-4886-40C6-8DFB-E152FEE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What do February and April mean for Melissa’s availability? How should Chris participate, and what must each session decide?</a:t>
            </a:r>
          </a:p>
        </p:txBody>
      </p:sp>
    </p:spTree>
    <p:extLst>
      <p:ext uri="{BB962C8B-B14F-4D97-AF65-F5344CB8AC3E}">
        <p14:creationId xmlns:p14="http://schemas.microsoft.com/office/powerpoint/2010/main" val="1835973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EB8BD3-74C2-40ED-907A-48C2495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A588FD-1D42-492E-A28B-3D4F587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rubrics and first review output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955B7F-4595-4F90-A908-E01A8BC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D8EAF2"/>
                </a:solidFill>
                <a:latin typeface="Aptos"/>
                <a:ea typeface="Aptos"/>
                <a:cs typeface="Aptos"/>
              </a:rPr>
              <a:t>Kickoff question: What should the first notebook, map, metric, or report demonstrate?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DF41DE2-B956-4620-9BB9-2D8A13C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E6F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615030-2E10-453F-8F0E-BBB4171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0A9C7"/>
                </a:solidFill>
                <a:latin typeface="Aptos"/>
                <a:ea typeface="Aptos"/>
                <a:cs typeface="Aptos"/>
              </a:rPr>
              <a:t>ANSWER RECEIVED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C1DBE1-2BD7-4E60-93F7-219CC992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rubrics promised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7F409AD-DC2A-4CB6-8D8C-33BFF145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The team will provide rubrics for validating models. Receipt and review are still pending.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243F3E-D6D7-45AB-BB1F-07CD9D15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FA4DD18-46AA-4B85-A328-3031B2E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4BDC1"/>
                </a:solidFill>
                <a:latin typeface="Aptos"/>
                <a:ea typeface="Aptos"/>
                <a:cs typeface="Aptos"/>
              </a:rPr>
              <a:t>REFINED QUESTION 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EF1EAF-E6E8-4BB5-B777-6B99651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Rubric handoff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47A8CB-7DC3-4A57-B413-6DD376C0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Who will provide the rubrics, and by when? Which checks apply to the first two models?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F93A9FE-B3B3-405C-80B9-7B67148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3A9D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479AA-92BD-45F8-A455-105440DA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3C49E"/>
                </a:solidFill>
                <a:latin typeface="Aptos"/>
                <a:ea typeface="Aptos"/>
                <a:cs typeface="Aptos"/>
              </a:rPr>
              <a:t>REFINED QUESTION 2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872E9-E44F-45CF-AC96-DE8F108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review artifact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10B3EEF-BD03-4520-AF0A-B89914F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Should the first review use a notebook, map, metric, or report? Which model result should it demonstrate?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C1D1A69-9199-48B8-A75F-176EB777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63EA8E-719C-401F-843A-DA93CAA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B44F"/>
                </a:solidFill>
                <a:latin typeface="Aptos"/>
                <a:ea typeface="Aptos"/>
                <a:cs typeface="Aptos"/>
              </a:rPr>
              <a:t>REFINED QUESTION 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3EF06B-8FBF-4AF3-98FF-C5074C7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Acceptance criteria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73F2080-4886-40C6-8DFB-E152FEE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Which rubric checks and tolerances define an acceptable result? Who reviews the evidence and signs off?</a:t>
            </a:r>
          </a:p>
        </p:txBody>
      </p:sp>
    </p:spTree>
    <p:extLst>
      <p:ext uri="{BB962C8B-B14F-4D97-AF65-F5344CB8AC3E}">
        <p14:creationId xmlns:p14="http://schemas.microsoft.com/office/powerpoint/2010/main" val="1835973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EB8BD3-74C2-40ED-907A-48C2495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A588FD-1D42-492E-A28B-3D4F587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Representative models and expected outputs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955B7F-4595-4F90-A908-E01A8BC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D8EAF2"/>
                </a:solidFill>
                <a:latin typeface="Aptos"/>
                <a:ea typeface="Aptos"/>
                <a:cs typeface="Aptos"/>
              </a:rPr>
              <a:t>Kickoff question: Which model archives can TWDB share, with outputs and known limitations?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DF41DE2-B956-4620-9BB9-2D8A13C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E6F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615030-2E10-453F-8F0E-BBB4171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0A9C7"/>
                </a:solidFill>
                <a:latin typeface="Aptos"/>
                <a:ea typeface="Aptos"/>
                <a:cs typeface="Aptos"/>
              </a:rPr>
              <a:t>ANSWER RECEIVED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C1DBE1-2BD7-4E60-93F7-219CC992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Two models with outputs promised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7F409AD-DC2A-4CB6-8D8C-33BFF145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The kickoff question requested 3–5 archives. Two are offered as the initial set, pending selection and delivery.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243F3E-D6D7-45AB-BB1F-07CD9D15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FA4DD18-46AA-4B85-A328-3031B2E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4BDC1"/>
                </a:solidFill>
                <a:latin typeface="Aptos"/>
                <a:ea typeface="Aptos"/>
                <a:cs typeface="Aptos"/>
              </a:rPr>
              <a:t>REFINED QUESTION 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EF1EAF-E6E8-4BB5-B777-6B99651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selection and versions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47A8CB-7DC3-4A57-B413-6DD376C0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Which two models will be shared? What model types, software versions, and required project files do they include?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F93A9FE-B3B3-405C-80B9-7B67148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3A9D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479AA-92BD-45F8-A455-105440DA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3C49E"/>
                </a:solidFill>
                <a:latin typeface="Aptos"/>
                <a:ea typeface="Aptos"/>
                <a:cs typeface="Aptos"/>
              </a:rPr>
              <a:t>REFINED QUESTION 2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872E9-E44F-45CF-AC96-DE8F108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results and limitations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10B3EEF-BD03-4520-AF0A-B89914F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Which outputs are the reference results? What known limitations, warnings, or dependencies should we account for?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C1D1A69-9199-48B8-A75F-176EB777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63EA8E-719C-401F-843A-DA93CAA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B44F"/>
                </a:solidFill>
                <a:latin typeface="Aptos"/>
                <a:ea typeface="Aptos"/>
                <a:cs typeface="Aptos"/>
              </a:rPr>
              <a:t>REFINED QUESTION 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3EF06B-8FBF-4AF3-98FF-C5074C7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Delivery and initial scope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73F2080-4886-40C6-8DFB-E152FEE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Who will deliver the archives, where, and by when? Are these two sufficient for the first pipeline review?</a:t>
            </a:r>
          </a:p>
        </p:txBody>
      </p:sp>
    </p:spTree>
    <p:extLst>
      <p:ext uri="{BB962C8B-B14F-4D97-AF65-F5344CB8AC3E}">
        <p14:creationId xmlns:p14="http://schemas.microsoft.com/office/powerpoint/2010/main" val="18359734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EB8BD3-74C2-40ED-907A-48C24956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A9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A588FD-1D42-492E-A28B-3D4F5879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Decisions for the next working session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5955B7F-4595-4F90-A908-E01A8BC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D8EAF2"/>
                </a:solidFill>
                <a:latin typeface="Aptos"/>
                <a:ea typeface="Aptos"/>
                <a:cs typeface="Aptos"/>
              </a:rPr>
              <a:t>Confirm the remaining details and assign an owner and date to each handoff.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DF41DE2-B956-4620-9BB9-2D8A13C3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E6FA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615030-2E10-453F-8F0E-BBB4171F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40A9C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0A9C7"/>
                </a:solidFill>
                <a:latin typeface="Aptos"/>
                <a:ea typeface="Aptos"/>
                <a:cs typeface="Aptos"/>
              </a:rPr>
              <a:t>01  DOCUMENTATION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C1DBE1-2BD7-4E60-93F7-219CC992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Agree on the shorter materials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7F409AD-DC2A-4CB6-8D8C-33BFF145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Confirm the shared location, authoritative version, target length, reviewer, and revision date.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8243F3E-D6D7-45AB-BB1F-07CD9D15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5238750" cy="1809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167C8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FA4DD18-46AA-4B85-A328-3031B2E5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38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54BDC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4BDC1"/>
                </a:solidFill>
                <a:latin typeface="Aptos"/>
                <a:ea typeface="Aptos"/>
                <a:cs typeface="Aptos"/>
              </a:rPr>
              <a:t>02  WORKING CADENCE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EF1EAF-E6E8-4BB5-B777-6B99651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581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the working group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747A8CB-7DC3-4A57-B413-6DD376C0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003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Confirm attendees, Friday timing and time zone, meeting frequency, and the availability constraints.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F93A9FE-B3B3-405C-80B9-7B671483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3A9D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C479AA-92BD-45F8-A455-105440DA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63C4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3C49E"/>
                </a:solidFill>
                <a:latin typeface="Aptos"/>
                <a:ea typeface="Aptos"/>
                <a:cs typeface="Aptos"/>
              </a:rPr>
              <a:t>03  VALIDATION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6872E9-E44F-45CF-AC96-DE8F108E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Define the first review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10B3EEF-BD03-4520-AF0A-B89914F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Assign the rubric handoff and agree on the first artifact, acceptance criteria, and reviewer.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C1D1A69-9199-48B8-A75F-176EB777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5238750" cy="1809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83B55"/>
          </a:solidFill>
          <a:ln xmlns:a="http://schemas.openxmlformats.org/drawingml/2006/main" w="1905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763EA8E-719C-401F-843A-DA93CAA4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1624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F3B4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3B44F"/>
                </a:solidFill>
                <a:latin typeface="Aptos"/>
                <a:ea typeface="Aptos"/>
                <a:cs typeface="Aptos"/>
              </a:rPr>
              <a:t>04  MODEL ARCHIVES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3EF06B-8FBF-4AF3-98FF-C5074C7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05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Arrange the model handoff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73F2080-4886-40C6-8DFB-E152FEE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92442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buNone/>
              <a:defRPr sz="1275">
                <a:solidFill>
                  <a:srgbClr val="D8EAF2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D8EAF2"/>
                </a:solidFill>
                <a:latin typeface="Aptos"/>
                <a:ea typeface="Aptos"/>
                <a:cs typeface="Aptos"/>
              </a:rPr>
              <a:t>Name the two models, confirm outputs and limitations, and assign the delivery owner, location, and date.</a:t>
            </a:r>
          </a:p>
        </p:txBody>
      </p:sp>
    </p:spTree>
    <p:extLst>
      <p:ext uri="{BB962C8B-B14F-4D97-AF65-F5344CB8AC3E}">
        <p14:creationId xmlns:p14="http://schemas.microsoft.com/office/powerpoint/2010/main" val="1835973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2026-10-23T16:18:30.8600000Z</dcterms:created>
  <dcterms:modified xsi:type="dcterms:W3CDTF">2026-10-23T16:18:30.8600000Z</dcterms:modified>
</coreProperties>
</file>